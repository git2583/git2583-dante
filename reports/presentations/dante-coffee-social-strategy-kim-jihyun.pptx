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Dante Coffee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Social Media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Persona: 김지현 (IT PM, 32세)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D5B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페르소나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김지현 (Kim Ji-hyun)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나이/직업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32세, IT 스타트업 PM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거주지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서울 강남구 역삼동 (오피스텔, 1인 가구)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니즈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신뢰할 수 있는 맛, 시간 절약, 세련된 브랜드 이미지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페인포인트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스타벅스 월 비용 부담, 저가 커피의 실망감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미디어 소비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인스타그램, 블라인드, 유튜브, 쿠팡이츠, 배민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"바쁜 강남의 아침, 나를 깨우는 스페셜티 한 잔은 타협할 수 없는 일상의 자존심이에요."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전략 개요 (Channel Mix)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PRIMARY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Instagram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비주얼 &amp; 브랜딩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팔로워 +800/월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저장수 200+/월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포맷: 피드(주3), 릴스(주2), 스토리(매일)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 SECONDARY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Naver Place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기반 유입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저장수 +300/월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평점 4.8+ 유지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활동: 소식(주1), 리뷰(매일), 지역SEO(상시)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3474720"/>
          </a:xfrm>
          <a:prstGeom prst="roundRect">
            <a:avLst>
              <a:gd name="adj" fmla="val 535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SUPPORT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KakaoTalk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&amp; CRM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친구 2,000+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 사용률 15%+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알림톡(격주), 스마트오더(상시)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Primary: Instagram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스페셜티 원두 특징, 2,500원 가격의 비밀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0312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48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Professionalism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468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바리스타 창업자의 커피 추출 가이드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01752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Lifestyle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383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 직장인의 생산성을 높이는 단테 커피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31920"/>
            <a:ext cx="54864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4297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설문, 댓글 이벤트, UGC 리포스트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Posting Format: 피드(주3) · 릴스(주2) · 스토리(매일)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캘린더 (주간)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731520"/>
                <a:gridCol w="4114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포맷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콘텐츠 아이디어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"월요병을 깨우는 에티오피아 예가체프"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[ASMR] 단테 시그니처 오트밀크 층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Naver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"역삼점 바리스타의 이번 주 로스팅 노트"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Prof.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"오후 3시! 스토리 보여주시면 드립백 증정"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Interact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"고생한 나를 위한 일상의 작은 사치"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Lifestyle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Kakao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메시지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"주말엔 집에서 단테를! 원두 구매 시 드립백 증정"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231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"고객 주말 카페 투어 인증샷 리포스트"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UGC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해시태그 전략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AF7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해시태그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#단테커피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#일상의작은사치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#DanteCoffee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#단테시그니처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AF7F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&amp; 지역 해시태그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#역삼역맛집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#강남카페추천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#테크직장인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#직장인스타그램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해시태그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#스페셜티커피  #가성비커피  #홈카페  #바리스타커피  #커피스타그램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및 측정 지표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2860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(Phase 1)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도구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Instagram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도달수 / 저장수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도달 10K, 저장 200+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인스타그램 인사이트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Naver Place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길찾기 / 전화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500건 이상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스마트플레이스 통계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KakaoTalk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쿠폰 전환율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발송 대비 15% 사용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 비즈니스 채널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548640"/>
          </a:xfrm>
          <a:prstGeom prst="roundRect">
            <a:avLst>
              <a:gd name="adj" fmla="val 16667"/>
            </a:avLst>
          </a:prstGeom>
          <a:solidFill>
            <a:srgbClr val="3D231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Instagram으로 인지도 → Naver Place로 방문 전환 → KakaoTalk으로 리텐션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 (Next Steps)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카피 생성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인스타그램 채널 타겟 카피 및 콘텐츠 캘린더 실행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68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 오피스 배경 단테 커피 픽업 장면 비주얼 제작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A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활성화 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세그먼트별 마케팅 액션 플랜 구체화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6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Dante Coffee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"일상의 작은 사치"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C9A6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5F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Target: 김지현 (IT PM, 32세)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5F0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Instagram · Naver Place · KakaoTalk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2026-05-14T17:24:20Z</dcterms:created>
  <dcterms:modified xsi:type="dcterms:W3CDTF">2026-05-14T17:24:20Z</dcterms:modified>
</cp:coreProperties>
</file>